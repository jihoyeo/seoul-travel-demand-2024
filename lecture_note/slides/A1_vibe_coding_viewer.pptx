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APPENDIX 01  ·  AI 협업 뷰어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7665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 spc="-100">
                <a:solidFill>
                  <a:srgbClr val="000000"/>
                </a:solidFill>
                <a:latin typeface="Pretendard ExtraBold"/>
                <a:ea typeface="Pretendard ExtraBold"/>
              </a:rPr>
              <a:t>Vibe-coding 으로
인터랙티브 지도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코드를 외우지 말고, AI 에게 ‘무엇을 어떻게 요청할지’ 배우기.
Claude Code / Codex / Cursor — 도구는 바뀌어도 패턴은 같다.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Pretendard Medium"/>
                <a:ea typeface="Pretendard Medium"/>
              </a:rPr>
              <a:t>Reference viewer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Open prompts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870655" cy="4572000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56448" y="1481328"/>
            <a:ext cx="31025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9842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5168" y="198424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‘지도 만들어줘’ 한 줄로는 실패.
명세 + 분할 + 검증 필요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6448" y="280720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56448" y="285292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85292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AI 코딩 에이전트
(Claude Code / Codex / Cursor)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6448" y="367588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6448" y="372160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참조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372160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data/viewer/index.html
본 강의 동봉 reference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56448" y="454456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56448" y="459028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이번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459028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4 step pattern + vocabulary
학생이 복붙할 프롬프트 set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080760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199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  ·  강좌 외 부록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160">
                <a:solidFill>
                  <a:srgbClr val="5E5E5E"/>
                </a:solidFill>
                <a:latin typeface="Pretendard"/>
                <a:ea typeface="Pretendard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STEP 0  ·  TOUCH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먼저 손가락으로 만져본다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줌·팬·호버·탭 전환 — 어떤 동작이 매끄럽고 어색한지 ‘느낀’ 후 다음 슬라이드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7863840" cy="1417320"/>
          </a:xfrm>
          <a:prstGeom prst="roundRect">
            <a:avLst>
              <a:gd name="adj" fmla="val 23225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shell · serve reference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31520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315200" cy="7406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cd F:\research\TAZ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python -m RangeHTTPServer 8765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# 브라우저: http://localhost:8765/data/viewer/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7863840" cy="260604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4251959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FEEL FIRST  · 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19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·  줌·팬 — 화면이 끊기지 않게 따라오나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01767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·  호버 — 폴리곤 위 마우스 → 툴팁 즉시 뜨나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85815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·  패널 — 탭 전환 시 레이어가 자연스럽게 바뀌나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9863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·  정합성 — 강남·종로 hotspot 이 ‘직관’ 과 맞는가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331720"/>
            <a:ext cx="2864815" cy="4251960"/>
          </a:xfrm>
          <a:prstGeom prst="roundRect">
            <a:avLst>
              <a:gd name="adj" fmla="val 134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0" y="2606040"/>
            <a:ext cx="231617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WHY  ·  TOUCH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935224"/>
            <a:ext cx="231617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Target 을
알지 못하면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931920"/>
            <a:ext cx="2316175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AI 에게 줄 ‘좋다’ 의 기준이
없으면 평가도 못 한다.
참조 뷰어 = 학생의 정답지.
동일 동작을 만들 필요는
없고, 무엇이 ‘인터랙티브’
인지 손가락으로 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ANTI-PATTERN  ·  ONE LINER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‘지도 만들어줘’ 한 줄은 왜 실패하나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AI 가 아니라 명세 없는 요청이 문제 — AI 는 화면도 데이터 크기도 못 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6949440" cy="868680"/>
          </a:xfrm>
          <a:prstGeom prst="roundRect">
            <a:avLst>
              <a:gd name="adj" fmla="val 4421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2706624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00">
                <a:solidFill>
                  <a:srgbClr val="5E5E5E"/>
                </a:solidFill>
                <a:latin typeface="Pretendard"/>
                <a:ea typeface="Pretendard"/>
              </a:rPr>
              <a:t>학생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561441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</a:rPr>
              <a:t>‘서울 인터랙티브 지도 만들어줘. 빠르게.’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47288"/>
            <a:ext cx="6949440" cy="868680"/>
          </a:xfrm>
          <a:prstGeom prst="roundRect">
            <a:avLst>
              <a:gd name="adj" fmla="val 4421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368503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00">
                <a:solidFill>
                  <a:srgbClr val="5E5E5E"/>
                </a:solidFill>
                <a:latin typeface="Pretendard"/>
                <a:ea typeface="Pretendard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48456"/>
            <a:ext cx="561441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</a:rPr>
              <a:t>코드 작성 완료. 89.9만 필지 GeoJsonLayer 로 그렸음.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25696"/>
            <a:ext cx="6949440" cy="868680"/>
          </a:xfrm>
          <a:prstGeom prst="roundRect">
            <a:avLst>
              <a:gd name="adj" fmla="val 4421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" y="466344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00">
                <a:solidFill>
                  <a:srgbClr val="5E5E5E"/>
                </a:solidFill>
                <a:latin typeface="Pretendard"/>
                <a:ea typeface="Pretendard"/>
              </a:rPr>
              <a:t>학생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26864"/>
            <a:ext cx="561441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</a:rPr>
              <a:t>(띄움) → 브라우저 멈춤 → 30초 후 탭 강제 종료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04104"/>
            <a:ext cx="6949440" cy="868680"/>
          </a:xfrm>
          <a:prstGeom prst="roundRect">
            <a:avLst>
              <a:gd name="adj" fmla="val 4421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564184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00">
                <a:solidFill>
                  <a:srgbClr val="5E5E5E"/>
                </a:solidFill>
                <a:latin typeface="Pretendard"/>
                <a:ea typeface="Pretendard"/>
              </a:rPr>
              <a:t>학생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05272"/>
            <a:ext cx="561441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</a:rPr>
              <a:t>‘동작 안 해’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382512"/>
            <a:ext cx="6949440" cy="868680"/>
          </a:xfrm>
          <a:prstGeom prst="roundRect">
            <a:avLst>
              <a:gd name="adj" fmla="val 4421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6620256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100">
                <a:solidFill>
                  <a:srgbClr val="5E5E5E"/>
                </a:solidFill>
                <a:latin typeface="Pretendard"/>
                <a:ea typeface="Pretendard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6583680"/>
            <a:ext cx="561441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</a:rPr>
              <a:t>다시 시작 — 원인 모름, 같은 실수 반복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468880"/>
            <a:ext cx="3870655" cy="4782312"/>
          </a:xfrm>
          <a:prstGeom prst="roundRect">
            <a:avLst>
              <a:gd name="adj" fmla="val 992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28432" y="2724912"/>
            <a:ext cx="33585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ROOT CAUSES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3090672"/>
            <a:ext cx="33585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AI 는 화면을 못 본다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2" y="3364992"/>
            <a:ext cx="335859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본인이 띄워보지 않으면
‘잘 그렸음’ 만 받음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2" y="4325112"/>
            <a:ext cx="33585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데이터 크기를 모른다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2" y="4599432"/>
            <a:ext cx="335859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89만 필지 = 검정 화면
AI 는 그 사실을 통보받지
못함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2" y="5559552"/>
            <a:ext cx="33585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디렉터리 구조를 모른다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5833872"/>
            <a:ext cx="335859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raw / derived / lecture_outputs
경로를 매번 넣어줘야 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PATTERN  ·  4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작게 시작 + 한 번에 하나만 + 매 단계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Baseline → Expand → Optimize → Interact — 한 step 끝나면 반드시 브라우저로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2650159" cy="2743200"/>
          </a:xfrm>
          <a:prstGeom prst="roundRect">
            <a:avLst>
              <a:gd name="adj" fmla="val 1449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2706624"/>
            <a:ext cx="217467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209544"/>
            <a:ext cx="21746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60">
                <a:solidFill>
                  <a:srgbClr val="FFFFFF"/>
                </a:solidFill>
                <a:latin typeface="Pretendard"/>
                <a:ea typeface="Pretendard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666744"/>
            <a:ext cx="2174671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가장 작은 데이터
+ 가장 단순한
레이어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608576"/>
            <a:ext cx="217467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4608576"/>
            <a:ext cx="21746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000000"/>
                </a:solidFill>
                <a:latin typeface="Cascadia Code"/>
                <a:ea typeface="Cascadia Code"/>
              </a:rPr>
              <a:t>admdong choropleth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7087" y="3840480"/>
            <a:ext cx="128016" cy="0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63391" y="2468880"/>
            <a:ext cx="2650159" cy="2743200"/>
          </a:xfrm>
          <a:prstGeom prst="roundRect">
            <a:avLst>
              <a:gd name="adj" fmla="val 14491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01135" y="2706624"/>
            <a:ext cx="217467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135" y="3209544"/>
            <a:ext cx="21746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60">
                <a:solidFill>
                  <a:srgbClr val="000000"/>
                </a:solidFill>
                <a:latin typeface="Pretendard"/>
                <a:ea typeface="Pretendard"/>
              </a:rPr>
              <a:t>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1135" y="3666744"/>
            <a:ext cx="2174671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두 번째 레이어
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1135" y="4608576"/>
            <a:ext cx="217467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01135" y="4608576"/>
            <a:ext cx="21746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000000"/>
                </a:solidFill>
                <a:latin typeface="Cascadia Code"/>
                <a:ea typeface="Cascadia Code"/>
              </a:rPr>
              <a:t>OD flow lines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1838" y="3840480"/>
            <a:ext cx="128016" cy="0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78142" y="2468880"/>
            <a:ext cx="2650159" cy="2743200"/>
          </a:xfrm>
          <a:prstGeom prst="roundRect">
            <a:avLst>
              <a:gd name="adj" fmla="val 14491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15886" y="2706624"/>
            <a:ext cx="217467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6" y="3209544"/>
            <a:ext cx="21746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60">
                <a:solidFill>
                  <a:srgbClr val="000000"/>
                </a:solidFill>
                <a:latin typeface="Pretendard"/>
                <a:ea typeface="Pretendard"/>
              </a:rPr>
              <a:t>OPTIMIZE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6" y="3666744"/>
            <a:ext cx="2174671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무거운 데이터 +
한 번에 한 트릭만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5886" y="4608576"/>
            <a:ext cx="217467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6" y="4608576"/>
            <a:ext cx="21746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000000"/>
                </a:solidFill>
                <a:latin typeface="Cascadia Code"/>
                <a:ea typeface="Cascadia Code"/>
              </a:rPr>
              <a:t>bbox stream · LOD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46589" y="3840480"/>
            <a:ext cx="128016" cy="0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92893" y="2468880"/>
            <a:ext cx="2650159" cy="2743200"/>
          </a:xfrm>
          <a:prstGeom prst="roundRect">
            <a:avLst>
              <a:gd name="adj" fmla="val 14491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230637" y="2706624"/>
            <a:ext cx="217467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0637" y="3209544"/>
            <a:ext cx="21746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60">
                <a:solidFill>
                  <a:srgbClr val="000000"/>
                </a:solidFill>
                <a:latin typeface="Pretendard"/>
                <a:ea typeface="Pretendard"/>
              </a:rPr>
              <a:t>INTERACT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0637" y="3666744"/>
            <a:ext cx="2174671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패널 · 토글 · 호버
· 통계 패널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0637" y="4608576"/>
            <a:ext cx="217467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30637" y="4608576"/>
            <a:ext cx="217467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000000"/>
                </a:solidFill>
                <a:latin typeface="Cascadia Code"/>
                <a:ea typeface="Cascadia Code"/>
              </a:rPr>
              <a:t>tabs · tooltip · stats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86400"/>
            <a:ext cx="11094415" cy="822960"/>
          </a:xfrm>
          <a:prstGeom prst="roundRect">
            <a:avLst>
              <a:gd name="adj" fmla="val 4666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" y="56418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5870448"/>
            <a:ext cx="1043604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브라우저 확인  ·  step 단위 git commit  ·  막히면 step 되돌리고 그것만 다시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PROMPTING  · 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매번 던질 컨텍스트 블록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매 단계 첫 프롬프트에 이대로 첨부.  마지막 한 줄이 핵심 — AI 가 멋대로 달리지 못하게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77824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copy-paste · context block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822960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822960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프로젝트 컨텍스트: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작업 디렉터리: F:\research\TAZ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데이터 명세는 data/README.md 참조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본 강의 산출물 위치: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data/derived/lecture_outputs/pi_aj_v1.parquet   (Lec3)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data/derived/lecture_outputs/od_matrix_v1.parquet (Lec4)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행정동 경계: data/raw/admdong_boundary/admdong_2023.geojson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참조 뷰어: data/viewer/index.html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실행: python -m RangeHTTPServer 8765,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http://localhost:8765/&lt;path&gt;/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제약: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백엔드 만들지 마. 정적 HTML + Python 변환 스크립트 + fgb 파일만.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외부 라이브러리는 CDN 으로 (npm / build 도구 X).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모든 산출물은 my_viewer/ 폴더 안에.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- 코드 짜기 전에 어떤 라이브러리 · 접근법 쓸지 먼저 알려주고 확인 받기.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331720"/>
            <a:ext cx="2041855" cy="4297680"/>
          </a:xfrm>
          <a:prstGeom prst="roundRect">
            <a:avLst>
              <a:gd name="adj" fmla="val 18808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57232" y="2587752"/>
            <a:ext cx="15297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KEY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7232" y="2916936"/>
            <a:ext cx="1529791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‘코드 짜기 전
어떤 라이브러리·
접근법 쓸지
먼저 알려주고
확인 받기’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4782312"/>
            <a:ext cx="1529791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이 한 줄로
AI 가 헛 코드
양산 못함.
‘구현 전 brake’
— vibe-coding 의
가장 강력한 패턴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VOCABULARY  ·  10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학생이 알아야 할 단어 10개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코드는 AI 가 씀.  학생은 이 단어들을 알고 ‘무엇을 요청할지’ 정하면 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1094415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ONE-LINE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74320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FlatGeobuf (fgb)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08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bbox 부분 로드 바이너리 지오포맷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10896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1만+ feature 시각화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338328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34290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bbox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429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보이는 부분만 다운로드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42900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줌인 시 빠른 응답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370332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37490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deck.gl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749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GPU 가속 지도 레이어 라이브러리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74904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다중 레이어 인터랙티브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402336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4069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GeoJsonLayer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69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폴리곤·선·점 (CPU 삼각분할)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06908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5천 feature 이하 폴리곤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" y="434340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43891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ScatterplotLayer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89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점 전용 GPU 레이어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38912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폴리곤 → centroid 단순화 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8680" y="466344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" y="47091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LOD (min/maxZoom)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709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줌별 다른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70916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줌 12 에 필지 안 보여도 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8680" y="498348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68680" y="5029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centroid 단순화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029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폴리곤 → 점 변환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02920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90만 필지 같은 거대 폴리곤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8680" y="530352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8680" y="53492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set_precision(1e-6)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349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좌표 정밀도 ≈ 10cm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534924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fgb 크기 30% ↓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68680" y="562356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68680" y="56692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MapLibre + CARTO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5669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무료 베이스맵 (Mapbox 토큰 X)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566928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매번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8680" y="594360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68680" y="5989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RangeHTTPServer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5989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HTTP Range 지원 Python 서버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989320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bbox streaming 필요 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STEP 1  · 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Step 1 — admdong + P_obs 색칠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가장 작은 데이터로 ‘fgb + GeoJsonLayer + 색칠 + 호버’ 만 — 그게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786384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prompt · step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31520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31520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[위 컨텍스트 블록]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가장 단순한 뷰어를 만들어줘.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산출: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1. my_viewer/prepare.py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pi_aj_v1.parquet + admdong_2023.geojson join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서울만 (sidonm 컬럼에 '서울' 포함)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my_viewer/adm.fgb 로 저장 (FlatGeobuf)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EPSG:4326, set_precision(geom, 1e-6)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2. my_viewer/index.html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deck.gl + maplibre-gl + flatgeobuf-geojson (CDN)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CARTO dark 베이스맵 (토큰 X)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adm.fgb 를 GeoJsonLayer 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P_obs 값에 따라 색칠 (viridis, log scale)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- 호버 시 admdong 이름 + P_obs 툴팁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3. my_viewer/README.md — 실행 방법 한 단락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코드 짜기 전에 어떤 CDN 버전을 쓸지 알려주고 확인 받아.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331720"/>
            <a:ext cx="2956255" cy="4297680"/>
          </a:xfrm>
          <a:prstGeom prst="roundRect">
            <a:avLst>
              <a:gd name="adj" fmla="val 12991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42832" y="2587752"/>
            <a:ext cx="24441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STUDENT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53512"/>
            <a:ext cx="24441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prepare.py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3209544"/>
            <a:ext cx="244419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fgb 생성  ·  크기 &lt; 1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3822192"/>
            <a:ext cx="24441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브라우저 띄움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4078224"/>
            <a:ext cx="244419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폴리곤이 보이나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4690872"/>
            <a:ext cx="24441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face validity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4946904"/>
            <a:ext cx="244419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강남·종로 더 진한가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5559552"/>
            <a:ext cx="24441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호버 동작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5815584"/>
            <a:ext cx="244419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마우스 → 툴팁 즉시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STEP 3  ·  OPTIMIZE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Step 3 — ‘코드 짜지 마, 먼저 의견 줘’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19,097 OA 추가 — 무거운 데이터 들어가기 전, 트레이드오프 표를 먼저 받는다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852160" cy="27432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prompt · ask first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530352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5303520" cy="2066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[컨텍스트]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이제 OA 19,097 폴리곤 (~19MB) 을 추가하려고 해.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코드 작성 전에 분석부터 해줘: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1. bbox streaming 이 필요한가, 한 번 fetch 면 충분?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2. 폴리곤 그대로 GeoJsonLayer 인가, centroid 점으로?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3. 줌 11(전체) 에서도 보여야 하나, LOD 로 줌12+ 만?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4. 어떤 컬럼을 색칠 변수로 노출할까?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각 선택지의 트레이드오프 설명 후, data/viewer/oa.fgb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처리 방식과 비교해서 추천해줘.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동의하면 그때 구현 요청할게.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57800"/>
            <a:ext cx="5852160" cy="1371600"/>
          </a:xfrm>
          <a:prstGeom prst="roundRect">
            <a:avLst>
              <a:gd name="adj" fmla="val 24000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prompt · approve + build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5568696"/>
            <a:ext cx="530352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660136"/>
            <a:ext cx="5303520" cy="6949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좋아. bbox streaming + GeoJsonLayer + 줌 11+ 부터,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색칠 변수는 pop_total / lp_pool_24h / lp_pool_morning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세 가지 드롭다운으로 가자.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구현해줘.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74720" y="5120640"/>
            <a:ext cx="0" cy="109728"/>
          </a:xfrm>
          <a:prstGeom prst="line">
            <a:avLst/>
          </a:prstGeom>
          <a:ln w="15875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75120" y="2331720"/>
            <a:ext cx="4967935" cy="4297680"/>
          </a:xfrm>
          <a:prstGeom prst="roundRect">
            <a:avLst>
              <a:gd name="adj" fmla="val 893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49440" y="2606040"/>
            <a:ext cx="44192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WHY  ·  TWO-STAGE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35224"/>
            <a:ext cx="44192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AI 가 헛 코드
양산 못 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114800"/>
            <a:ext cx="44192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ASK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389120"/>
            <a:ext cx="441929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트레이드오프 표를 받음.
학생이 ‘무엇을’ 정한다.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120640"/>
            <a:ext cx="44192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THEN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394960"/>
            <a:ext cx="441929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동의한 결정만 코드로.
rework 비용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6126480"/>
            <a:ext cx="44192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compare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6400800"/>
            <a:ext cx="441929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data/viewer/ 와 비교하라
는 한 마디가 품질 잡음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VERIFY  ·  F12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F12 가 학생의 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‘동작한다고 했다’ ≠ ‘동작한다’.  AI 는 화면을 못 봄 — 직접 띄워서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1094415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43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7432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743200"/>
            <a:ext cx="19504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첫 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089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그냥 띄움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1089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5초 이내에 뭐가 보이나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4295" y="318211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34295" y="318211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FFFFFF"/>
                </a:solidFill>
                <a:latin typeface="Pretendard"/>
                <a:ea typeface="Pretendard"/>
              </a:rPr>
              <a:t>5초+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621024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36758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콘솔 에러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67588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F12 →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6758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빨간 에러 없나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34295" y="37490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134295" y="374904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FFFFFF"/>
                </a:solidFill>
                <a:latin typeface="Pretendard"/>
                <a:ea typeface="Pretendard"/>
              </a:rPr>
              <a:t>0개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4187952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4242816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데이터 일치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242816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패널 통계 vs 노트북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24281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mean / median 일치?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4295" y="431596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134295" y="431596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FFFFFF"/>
                </a:solidFill>
                <a:latin typeface="Pretendard"/>
                <a:ea typeface="Pretendard"/>
              </a:rPr>
              <a:t>일치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" y="4754880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8680" y="4809744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FPS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80974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Performance 녹화 → 줌·팬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80974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FPS 메터 30+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34295" y="48828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134295" y="4882896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FFFFFF"/>
                </a:solidFill>
                <a:latin typeface="Pretendard"/>
                <a:ea typeface="Pretendard"/>
              </a:rPr>
              <a:t>30+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" y="5321808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68680" y="537667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Network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537667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Network → 줌인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53766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새 fgb 청크 요청 가나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34295" y="544982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134295" y="5449824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FFFFFF"/>
                </a:solidFill>
                <a:latin typeface="Pretendard"/>
                <a:ea typeface="Pretendard"/>
              </a:rPr>
              <a:t>가야 함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8680" y="5888736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8680" y="59436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Face validity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9436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시각으로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9436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강남 hotspot? 외곽 producer?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34295" y="601675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134295" y="601675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FFFFFF"/>
                </a:solidFill>
                <a:latin typeface="Pretendard"/>
                <a:ea typeface="Pretendard"/>
              </a:rPr>
              <a:t>직관 일치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STUCK  ·  NEXT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막혔을 때 다음 한마디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‘안 돼’ 만으론 AI 가 진단 불가 — 무엇이 / 어디서 / 어떻게 한 줄 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1094415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688817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NEXT LINE  ·  WHAT TO SAY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폴리곤 안 보임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68881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‘콘솔 에러는 [붙여넣기].  ogrinfo adm.fgb 결과는 X feat’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575304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3611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보이지만 색이 단색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611880"/>
            <a:ext cx="68881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‘P_obs 분포가 [min~max], 색 매핑 도메인이 그 범위 맞나’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078224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1148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회색 화면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14800"/>
            <a:ext cx="68881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‘베이스맵 fetch 안 됨.  Network 탭에 cartocdn 401/403’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4581144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4617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너무 느림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17720"/>
            <a:ext cx="68881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‘FPS 12 @ 줌13.  Performance 녹화에 GeoJsonLayer main-thread 점유’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5084064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51206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줌인 데이터 안 늘어남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20640"/>
            <a:ext cx="68881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‘Network 에서 fgb 청크 새로 안 받음.  bbox streaming 코드 확인’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5586984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6235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호버 안 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623560"/>
            <a:ext cx="68881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‘pickable: true 빠진 거 아닌가’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6089904"/>
            <a:ext cx="104543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" y="61264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fgb 파일 너무 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6126480"/>
            <a:ext cx="68881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‘출력 fgb 가 30MB.  set_precision / drop / dtype 어느 거 빠짐’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ASSIGNMENT  · 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과제 — 본인의 mini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핵심은 ‘작게 시작 + 단계별 검증’ 패턴.  결과물보다 AI 와의 대화 방식이 평가 대상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515258" cy="4297680"/>
          </a:xfrm>
          <a:prstGeom prst="roundRect">
            <a:avLst>
              <a:gd name="adj" fmla="val 10925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96661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최소 요구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35224"/>
            <a:ext cx="296661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MUST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pi_aj_v1.parquet 시각화
(admdong P_obs choropleth)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25112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od_matrix_v1.parquet 시각화
(top OD flow lines)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38344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5~8 단계별 프롬프트 복붙 OK
변형도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51576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README — 변경한 부분
한 단락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2331720"/>
            <a:ext cx="3515258" cy="4297680"/>
          </a:xfrm>
          <a:prstGeom prst="roundRect">
            <a:avLst>
              <a:gd name="adj" fmla="val 1092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2538" y="2606040"/>
            <a:ext cx="296661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도전 (선택)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538" y="2935224"/>
            <a:ext cx="296661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BONUS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538" y="3611880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·  OA 단위 레이어 추가
(oa_master 컬럼 색칠)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538" y="4325112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·  필지 점 추가
(seoul_parcels_pts.fgb)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2538" y="5038344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·  LOD 동작
(줌별 자동 토글)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2538" y="5751576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·  시간대별 OD 토글
(MOVE_PURPOSE)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2331720"/>
            <a:ext cx="3515258" cy="4297680"/>
          </a:xfrm>
          <a:prstGeom prst="roundRect">
            <a:avLst>
              <a:gd name="adj" fmla="val 1092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02116" y="2606040"/>
            <a:ext cx="296661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평가  ·  RUBRIC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2116" y="2935224"/>
            <a:ext cx="296661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GRADED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2116" y="3611880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검증 체크리스트 (§ 9)
6개 중 5개 통과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2116" y="4325112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데이터 정확성 —
패널 통계 vs 노트북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2116" y="5038344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AI 대화가 ‘작게 시작 +
단계별 검증’ 따랐나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2116" y="5751576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프롬프트가 명세적인가
(‘잘 만들어줘’ 류 없나)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SUMMARY  · 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A1 부록 · Vibe-coding 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정리 — A1 에서 챙길 6가지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696669" cy="2468880"/>
          </a:xfrm>
          <a:prstGeom prst="roundRect">
            <a:avLst>
              <a:gd name="adj" fmla="val 22635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명세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330909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‘잘 만들어줘’ X
명세 + 분할 + 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8189" y="2011680"/>
            <a:ext cx="1696669" cy="2468880"/>
          </a:xfrm>
          <a:prstGeom prst="roundRect">
            <a:avLst>
              <a:gd name="adj" fmla="val 22635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11069" y="219456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1069" y="269748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4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1069" y="3200400"/>
            <a:ext cx="1330909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Baseline → Expand
→ Optimize → Interact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2011680"/>
            <a:ext cx="1696669" cy="2468880"/>
          </a:xfrm>
          <a:prstGeom prst="roundRect">
            <a:avLst>
              <a:gd name="adj" fmla="val 22635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90618" y="219456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269748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컨텍스트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3200400"/>
            <a:ext cx="1330909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매번 컨텍스트 블록.
경로 · 제약 · 참조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2011680"/>
            <a:ext cx="1696669" cy="2468880"/>
          </a:xfrm>
          <a:prstGeom prst="roundRect">
            <a:avLst>
              <a:gd name="adj" fmla="val 22635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70167" y="219456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9748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Vocabulary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3200400"/>
            <a:ext cx="1330909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단어 10개 — fgb,
bbox, deck.gl, 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6836" y="2011680"/>
            <a:ext cx="1696669" cy="2468880"/>
          </a:xfrm>
          <a:prstGeom prst="roundRect">
            <a:avLst>
              <a:gd name="adj" fmla="val 22635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49716" y="219456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716" y="269748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F12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9716" y="3200400"/>
            <a:ext cx="1330909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AI 는 화면 못 봄.
학생이 직접 띄움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46385" y="2011680"/>
            <a:ext cx="1696669" cy="2468880"/>
          </a:xfrm>
          <a:prstGeom prst="roundRect">
            <a:avLst>
              <a:gd name="adj" fmla="val 22635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29265" y="219456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9265" y="2697480"/>
            <a:ext cx="133090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막힐 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29265" y="3200400"/>
            <a:ext cx="1330909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무엇이 / 어디서 /
어떻게 — 한 줄 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54880"/>
            <a:ext cx="11094415" cy="1554480"/>
          </a:xfrm>
          <a:prstGeom prst="roundRect">
            <a:avLst>
              <a:gd name="adj" fmla="val 247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5840" y="52120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CLOSING  ·  WHAT TO REMEMBER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86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코드를 외우지 말 것.  AI 에게 ‘무엇을 어떻게 요청할지’ 만 알면 충분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1295" y="52806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991295" y="52806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Lec4 메인으로 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