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LECTURE 04  ·  OD 추정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7665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 spc="-100">
                <a:solidFill>
                  <a:srgbClr val="000000"/>
                </a:solidFill>
                <a:latin typeface="Pretendard ExtraBold"/>
                <a:ea typeface="Pretendard ExtraBold"/>
              </a:rPr>
              <a:t>Trip Distribution
— Poisson gravity GLM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admdong i → j 통행량 T_ij 를 추정하고
관측 OD 와 정량 비교 (RMSE · MAPE · R²).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Pretendard Medium"/>
                <a:ea typeface="Pretendard Medium"/>
              </a:rPr>
              <a:t>Open 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od_matrix_v1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870655" cy="4572000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56448" y="1481328"/>
            <a:ext cx="31025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9842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5168" y="198424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4단계 모형 2단계.
공간 패턴을 첫 원리에서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6448" y="280720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56448" y="285292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4단계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85292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2단계  ·  Trip Distribution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6448" y="367588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6448" y="372160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사전지식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372160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pi_aj_v1.parquet (Lec3)
GLM · IPF 개념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56448" y="454456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56448" y="459028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이번 시간 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459028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od_matrix_v1.parquet
admdong × admdong T_ij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080760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199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  ·  서울 통행수요 강좌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160">
                <a:solidFill>
                  <a:srgbClr val="5E5E5E"/>
                </a:solidFill>
                <a:latin typeface="Pretendard"/>
                <a:ea typeface="Pretendard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GRAVITY  · 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Gravity model — 직관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Newton 중력의 통행 모델 — ‘사람 많은 곳 → 사람 많은 곳’ 으로 가깝게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6217920" cy="4297680"/>
          </a:xfrm>
          <a:prstGeom prst="roundRect">
            <a:avLst>
              <a:gd name="adj" fmla="val 893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660904"/>
            <a:ext cx="555955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FORMULA  ·  PRODUCTION-ATTRACTION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18104"/>
            <a:ext cx="5559552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spc="-40">
                <a:solidFill>
                  <a:srgbClr val="FFFFFF"/>
                </a:solidFill>
                <a:latin typeface="Cascadia Code"/>
                <a:ea typeface="Cascadia Code"/>
              </a:rPr>
              <a:t>T_ij  =  K · P_i^α · A_j^β · f(c_ij)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4439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T_ij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4443984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i → j 통행량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8280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304" y="4828032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정규화 상수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2120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P_i, A_j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4" y="52120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발생·유인량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5961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α, 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5596128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elasticity (≈ 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98017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f(c_ij)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2304" y="5980176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거리 임피던스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331720"/>
            <a:ext cx="4602175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0" y="2606040"/>
            <a:ext cx="40535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DETERRENCE  ·  3 FORMS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063240"/>
            <a:ext cx="4053535" cy="960120"/>
          </a:xfrm>
          <a:prstGeom prst="roundRect">
            <a:avLst>
              <a:gd name="adj" fmla="val 4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6368" y="3264408"/>
            <a:ext cx="365119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Power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3538728"/>
            <a:ext cx="36511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c^{-β}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813048"/>
            <a:ext cx="36511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단거리 dominate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169664"/>
            <a:ext cx="4053535" cy="960120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6368" y="4370832"/>
            <a:ext cx="365119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Exponential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4645152"/>
            <a:ext cx="36511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FFFFFF"/>
                </a:solidFill>
                <a:latin typeface="Cascadia Code"/>
                <a:ea typeface="Cascadia Code"/>
              </a:rPr>
              <a:t>exp(-β_d · 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4919472"/>
            <a:ext cx="36511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본 강좌 채택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276088"/>
            <a:ext cx="4053535" cy="960120"/>
          </a:xfrm>
          <a:prstGeom prst="roundRect">
            <a:avLst>
              <a:gd name="adj" fmla="val 4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6368" y="5477256"/>
            <a:ext cx="365119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Tanner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5751576"/>
            <a:ext cx="36511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c^a · exp(-bc)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6025896"/>
            <a:ext cx="36511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hybrid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MODEL  ·  POISSON GLM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왜 Poisson GLM 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count 데이터에 자연 적합  +  Poisson MLE = entropy maximization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6400800" cy="2194560"/>
          </a:xfrm>
          <a:prstGeom prst="roundRect">
            <a:avLst>
              <a:gd name="adj" fmla="val 175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2624328"/>
            <a:ext cx="581558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LOG-LINEAR  ·  GLM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90088"/>
            <a:ext cx="581558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log E[T_ij] = log K + α log P_i + β log A_j − β_d · c_ij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721608"/>
            <a:ext cx="581558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→  statsmodels.GLM(family=Poisson()).fit()  ·  한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6400800" cy="1874519"/>
          </a:xfrm>
          <a:prstGeom prst="roundRect">
            <a:avLst>
              <a:gd name="adj" fmla="val 2048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5047488"/>
            <a:ext cx="581558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COMPARE  ·  log-OLS vs Poisson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41324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log-OLS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5413248"/>
            <a:ext cx="42611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log(T + ε) hack  ·  작은 flow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7044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Poisson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5870448"/>
            <a:ext cx="42611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log link 자연  ·  count 데이터 right likelihood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331720"/>
            <a:ext cx="4419295" cy="4297679"/>
          </a:xfrm>
          <a:prstGeom prst="roundRect">
            <a:avLst>
              <a:gd name="adj" fmla="val 893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98080" y="2606040"/>
            <a:ext cx="387065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WHY POISSON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898648"/>
            <a:ext cx="387065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count 데이터의
자연스러운 likelihood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931920"/>
            <a:ext cx="38706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non-negative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187952"/>
            <a:ext cx="387065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T_ij ≥ 0 자연 보장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4709160"/>
            <a:ext cx="38706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variance ∝ mean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965192"/>
            <a:ext cx="387065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큰 flow 가 큰 분산 — 현실적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5486400"/>
            <a:ext cx="38706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entropy maximum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5742432"/>
            <a:ext cx="387065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Flowerdew &amp; Aitkin 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6263640"/>
            <a:ext cx="38706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one-liner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6519672"/>
            <a:ext cx="387065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GLM(family=Poisson())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SETUP  · 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환경 설정 + Imports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Lec3 와 동일 + shapely.LineString (flow line)  ·  statsmodels (GLM)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3931920"/>
          </a:xfrm>
          <a:prstGeom prst="roundRect">
            <a:avLst>
              <a:gd name="adj" fmla="val 8372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setup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255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os, warnings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numpy as np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pandas as pd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geopandas as gpd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matplotlib.pyplot as plt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from shapely.geometry import Point, LineString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statsmodels.api as sm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warnings.filterwarnings('ignore')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%matplotlib inline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plt.rcParams['figure.figsize']     = (10, 6)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plt.rcParams['font.family']        = 'Malgun Gothic'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plt.rcParams['axes.unicode_minus'] = False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ROOT    = r'F:\research\TAZ'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RAW     = os.path.join(ROOT, 'data', 'raw')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DRV     = os.path.join(ROOT, 'data', 'derived')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OUT_DIR = os.path.join(DRV, 'lecture_outputs')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print('OK')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393192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3044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LineString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300984"/>
            <a:ext cx="226131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top-N flow lines
flow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05079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GLM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4306824"/>
            <a:ext cx="226131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statsmodels.GLM
+ family=Poisson()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50566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OUT_DIR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5312664"/>
            <a:ext cx="226131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pi_aj_v1.parquet load
+ od_matrix_v1.parquet save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CENTROID  ·  POP-WEIGHTED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P_i, A_j 로드 + 인구가중 centroid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OA centroid 를 OA 인구로 가중평균 — 단순 geometry centroid 보다 정확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77824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load + centroid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822960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822960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pa = pd.read_parquet(os.path.join(OUT_DIR, 'pi_aj_v1.parquet'))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boundary = gpd.read_file(os.path.join(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RAW, 'admdong_boundary', 'admdong_2023.geojson'))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seoul = boundary[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boundary['sidonm'].str.contains('서울', na=False)].copy()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seoul['adm_cd_haengan'] = (seoul['adm_cd2']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     .astype(str).str[:8].astype(int))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seoul = seoul.to_crs(5179)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g = seoul[['adm_cd_haengan','adm_nm','sgg','sggnm','geometry']] \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.merge(pa, on='adm_cd_haengan', how='left')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g = g[g['P_obs'].notna() &amp; g['A_obs'].notna()].reset_index(drop=True)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인구가중 centroid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 = gpd.read_parquet(os.path.join(DRV, 'oa_master.parquet'))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 = m[m['block_id'] != -1].copy()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m['adm_cd_sgis'] = (m['TOT_OA_CD'].astype(str).str[:8].astype(int))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m['cx'] = m.geometry.centroid.x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m['cy'] = m.geometry.centroid.y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m['w']  = m['pop_total'].fillna(0)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def wmean(sub):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if sub['w'].sum() == 0: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return pd.Series({'cx': sub['cx'].mean(),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 'cy': sub['cy'].mean()})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return pd.Series({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'cx': (sub['cx']*sub['w']).sum()/sub['w'].sum(),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'cy': (sub['cy']*sub['w']).sum()/sub['w'].sum()})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cent = m.groupby('adm_cd_sgis').apply(wmean).reset_index()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331720"/>
            <a:ext cx="2041855" cy="4297680"/>
          </a:xfrm>
          <a:prstGeom prst="roundRect">
            <a:avLst>
              <a:gd name="adj" fmla="val 18808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38944" y="2569464"/>
            <a:ext cx="15663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WHY POP-WEIGHTED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38944" y="2862072"/>
            <a:ext cx="1566367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도시 활동의
무게중심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849624"/>
            <a:ext cx="1566367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admdong 의 단순 geometry
centroid 는 사람이 없는
녹지·산까지 포함.
인구가중 평균은
거주·일자리의
진짜 중심 — 더 정확한
거리 행렬.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DISTANCE  ·  426 × 426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거리 행렬 — broadcasting 한 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n × n × 2 차원 broadcasting 으로 모든 쌍 거리 계산  ·  대각선 = intrazonal 반경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768096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distance matrix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13232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13232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coords = g[['cx','cy']].values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n = len(coords)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print(f'n = {n}, OD pairs = {n*n:,}')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n × n × 2 차원 broadcasting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diff    = coords[:, None, :] - coords[None, :, :]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dist_km = np.sqrt((diff ** 2).sum(axis=2)) / 1000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대각선 = intrazonal — 자기 admdong 반경 근사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np.fill_diagonal(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dist_km,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np.sqrt(g.geometry.area.values / np.pi) / 1000)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print(f'거리 mean   {dist_km.mean():.2f} km')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print(f'거리 median {np.median(dist_km):.2f} km')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print(f'거리 max    {dist_km.max():.2f} km')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19" y="2331720"/>
            <a:ext cx="3139136" cy="20574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59951" y="2587752"/>
            <a:ext cx="26270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BROADCASTING TRICK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1" y="2916936"/>
            <a:ext cx="2627072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coords[:, None, :]
  - coords[None, :, :]
→ shape (n, n, 2)
  명시적 for-loop 불필요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19" y="4572000"/>
            <a:ext cx="3139136" cy="2057400"/>
          </a:xfrm>
          <a:prstGeom prst="roundRect">
            <a:avLst>
              <a:gd name="adj" fmla="val 1866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59951" y="4828032"/>
            <a:ext cx="26270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DIAGONAL  ·  INTRAZONAL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1" y="5138928"/>
            <a:ext cx="2627072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√(area / π)
자기 admdong 의 평균
이동 거리 ≈ 반경.
self-distance = 0 이면
intrazonal 폭주.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OBS MATRIX  ·  T_obs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관측 OD 행렬 T_obs — long → 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groupby (O, D) → np.zeros 채우기.  row/col sum 으로 P_obs / A_obs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T_obs build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 = pd.read_parquet(os.path.join(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RAW, 'seoul_living_movement',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'admdong_od_20240327.parquet'))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o_seoul = od['O_ADMDONG_CD'].astype(str).str.startswith('11')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d_seoul = od['D_ADMDONG_CD'].astype(str).str.startswith('11')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 = od[o_seoul &amp; d_seoul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&amp; (od['IN_FORN_DIV_NM'] == 1)].copy()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od_agg = (od.groupby(['O_ADMDONG_CD','D_ADMDONG_CD'],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as_index=False)['CNT'].sum())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admdong → index 매핑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adm_idx = {c: i for i, c in enumerate(g['adm_cd_haengan'])}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od_agg['i'] = od_agg['O_ADMDONG_CD'].map(adm_idx)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od_agg['j'] = od_agg['D_ADMDONG_CD'].map(adm_idx)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od_agg = od_agg.dropna(subset=['i','j'])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T_obs = np.zeros((n, n), dtype=float)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T_obs[od_agg['i'].astype(int).values,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od_agg['j'].astype(int).values] = od_agg['CNT'].values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P_arr = g['P_obs'].values; A_arr = g['A_obs'].values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print(f'row_sum vs P_obs max diff : 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f'{np.abs(T_obs.sum(axis=1) - P_arr).max():.4f}')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EXPECTED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9535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T_obs shape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1632" y="2953512"/>
            <a:ext cx="6153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(426, 426)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3192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T_obs 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71632" y="3319272"/>
            <a:ext cx="6153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~ 8.5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68503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0 비율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1632" y="3685032"/>
            <a:ext cx="6153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~ 76 %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40507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row=P, col=A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1632" y="4050792"/>
            <a:ext cx="6153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max diff &lt; 1e-3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25712" y="4462272"/>
            <a:ext cx="2261311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25712" y="4599432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SPARSITY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4873752"/>
            <a:ext cx="2261311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76% cell 이 0
→ Poisson 이 자연.
log-OLS 면 log(0) hack
필요.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GLM  · 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Poisson GLM fit — 한 줄로 추정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181,050 행 (425 × 426)  ·  α, β, β_d 추정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GLM fit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i_idx, j_idx = np.indices((n, n))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mask = i_idx != j_idx   # 대각선 제외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flat = pd.DataFrame({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'T':     T_obs[mask],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'log_P': np.log(P_arr[i_idx[mask]] + 1),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'log_A': np.log(A_arr[j_idx[mask]] + 1),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'd':     dist_km[mask],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})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print(f'fit rows : {len(flat):,}')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X_glm = sm.add_constant(flat[['log_P','log_A','d']])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glm = sm.GLM(flat['T'], X_glm,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family=sm.families.Poisson()).fit()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print(f'log K  = {glm.params["const"]:&gt;7.3f}')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print(f'α (P)  = {glm.params["log_P"]:&gt;7.3f}')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print(f'β (A)  = {glm.params["log_A"]:&gt;7.3f}')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print(f'β_d    = {glm.params["d"]:&gt;7.3f}'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f'  → 1km ↑ → ×{np.exp(glm.params["d"]):.3f}')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TYPICAL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95351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log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5872" y="2953512"/>
            <a:ext cx="9811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≈ −12.5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3375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α (P)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5872" y="3337560"/>
            <a:ext cx="9811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≈ +0.95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7216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β 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872" y="3721608"/>
            <a:ext cx="9811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≈ +0.95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410565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β_d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4105656"/>
            <a:ext cx="9811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≈ −0.20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4581144"/>
            <a:ext cx="2261311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→ α, β ≈ 1
  자연적 elasticity
→ exp(−0.20)
  = 0.82
  1km 늘면 통행 18% 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IPF  ·  FURNESS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IPF / Furness — marginal 보존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GLM 만으론 row/col marginal 정확 보존 X — 반복 row · col 정규화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768096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IPF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13232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13232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GLM 예측치를 seed 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K = np.exp(glm.params['const'])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T_seed = (K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* (P_arr[:, None] + 1) ** glm.params['log_P']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* (A_arr[None, :] + 1) ** glm.params['log_A']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* np.exp(glm.params['d'] * dist_km))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def ipf(T, P, A, max_iter=50, tol=1e-3):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T = T.copy(); history = []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for it in range(max_iter):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rs = T.sum(axis=1)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T = T * np.where(rs &gt; 0, P/rs, 1)[:, None]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cs = T.sum(axis=0)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T = T * np.where(cs &gt; 0, A/cs, 1)[None, :]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err = max(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np.abs(T.sum(axis=1)-P).max() / max(P.max(),1),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np.abs(T.sum(axis=0)-A).max() / max(A.max(),1))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history.append(err)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if err &lt; tol: break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return T, history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T_pred, hist = ipf(T_seed, P_arr, A_arr)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print(f'IPF iter : {len(hist)}, final err : {hist[-1]:.5f}')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19" y="2331720"/>
            <a:ext cx="3139136" cy="4297680"/>
          </a:xfrm>
          <a:prstGeom prst="roundRect">
            <a:avLst>
              <a:gd name="adj" fmla="val 1223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59951" y="2587752"/>
            <a:ext cx="26270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1" y="299923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1" y="2999232"/>
            <a:ext cx="22613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row 보정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1" y="3255264"/>
            <a:ext cx="22613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T = T × (P_i / Σ_j T_ij)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1" y="386791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3867912"/>
            <a:ext cx="22613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col 보정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1" y="4123944"/>
            <a:ext cx="22613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T = T × (A_j / Σ_i T_ij)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1" y="473659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1" y="4736592"/>
            <a:ext cx="22613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수렴 체크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1" y="4992624"/>
            <a:ext cx="22613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err &lt; tol → break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1" y="560527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1" y="5605272"/>
            <a:ext cx="22613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반복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1" y="5861304"/>
            <a:ext cx="22613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보통 6–10 iter, 1% 이내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VALIDATION  ·  4 PASSES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검증 4종 — 정량 + 정성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RMSE·R² 만으론 부족.  4가지 각도로 모델 진단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602153" cy="3291840"/>
          </a:xfrm>
          <a:prstGeom prst="roundRect">
            <a:avLst>
              <a:gd name="adj" fmla="val 14758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2615184"/>
            <a:ext cx="212666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118104"/>
            <a:ext cx="212666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정량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483864"/>
            <a:ext cx="212666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RMSE · MAPE · 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306824"/>
            <a:ext cx="2126665" cy="11247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log-log scatter
작은 flow 까지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9393" y="2377440"/>
            <a:ext cx="2602153" cy="3291840"/>
          </a:xfrm>
          <a:prstGeom prst="roundRect">
            <a:avLst>
              <a:gd name="adj" fmla="val 14758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17137" y="2615184"/>
            <a:ext cx="212666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7137" y="3118104"/>
            <a:ext cx="212666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TLD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7137" y="3483864"/>
            <a:ext cx="212666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Cascadia Code"/>
                <a:ea typeface="Cascadia Code"/>
              </a:rPr>
              <a:t>Trip Length
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7137" y="4306824"/>
            <a:ext cx="2126665" cy="11247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관측 vs 예측 거리 분포
일치하면 β_d 적합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6" y="2377440"/>
            <a:ext cx="2602153" cy="3291840"/>
          </a:xfrm>
          <a:prstGeom prst="roundRect">
            <a:avLst>
              <a:gd name="adj" fmla="val 14758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7890" y="2615184"/>
            <a:ext cx="212666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7890" y="3118104"/>
            <a:ext cx="212666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Flow 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7890" y="3483864"/>
            <a:ext cx="212666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Top-100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7890" y="4306824"/>
            <a:ext cx="2126665" cy="11247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강남·종로 attractor?
외곽 producer?
face validity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0899" y="2377440"/>
            <a:ext cx="2602153" cy="3291840"/>
          </a:xfrm>
          <a:prstGeom prst="roundRect">
            <a:avLst>
              <a:gd name="adj" fmla="val 14758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278643" y="2615184"/>
            <a:ext cx="212666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8643" y="3118104"/>
            <a:ext cx="212666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Intrazonal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8643" y="3483864"/>
            <a:ext cx="212666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T_ii / row 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8643" y="4306824"/>
            <a:ext cx="2126665" cy="11247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자기 admdong 내 통행
비율 — 면적과 관계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943600"/>
            <a:ext cx="11094415" cy="5486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정량  ·  정성 — 각각 모자란 부분을 다른 각도가 잡아준다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VALIDATION  ·  QUANT + TLD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검증 1·2 — RMSE / R²  +  Trip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정량 + 거리 분포 — 평균 통행거리 매칭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768096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quant + tld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13232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13232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flat_obs  = T_obs[mask]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flat_pred = T_pred[mask]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rmse = np.sqrt(((flat_obs - flat_pred)**2).mean())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mape = (np.abs(flat_obs - flat_pred)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/ (flat_obs + 1)).mean()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ss_res = ((flat_obs - flat_pred)**2).sum()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ss_tot = ((flat_obs - flat_obs.mean())**2).sum()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r2 = 1 - ss_res / ss_tot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print(f'RMSE : {rmse:.2f}')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print(f'MAPE : {mape*100:.1f}%')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print(f'R²   : {r2:.3f}')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Trip Length Distribution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flat_d = dist_km[mask]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bins = np.arange(0, 31, 1)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tld_obs,  _ = np.histogram(flat_d, bins=bins, weights=flat_obs)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tld_pred, _ = np.histogram(flat_d, bins=bins, weights=flat_pred)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mean_obs  = (flat_d * flat_obs ).sum() / flat_obs.sum()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mean_pred = (flat_d * flat_pred).sum() / flat_pred.sum()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print(f'평균 통행거리 — 관측 {mean_obs:.2f} km'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f'  ·  예측 {mean_pred:.2f} km')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19" y="2331720"/>
            <a:ext cx="3139136" cy="20574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59951" y="2587752"/>
            <a:ext cx="26270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METRICS  ·  TYPICAL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1" y="295351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0111" y="2953512"/>
            <a:ext cx="1346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~ 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1" y="33192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MAPE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0111" y="3319272"/>
            <a:ext cx="1346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~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1" y="3685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1" y="3685032"/>
            <a:ext cx="1346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~ 0.55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19" y="4572000"/>
            <a:ext cx="3139136" cy="2057400"/>
          </a:xfrm>
          <a:prstGeom prst="roundRect">
            <a:avLst>
              <a:gd name="adj" fmla="val 1866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59951" y="4828032"/>
            <a:ext cx="26270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TLD  ·  mean 통행거리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1" y="5138928"/>
            <a:ext cx="2627072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관측 ~ 5.0 km
예측 ~ 5.4 km
→ 거의 일치하면
  β_d 적합한 신호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BANDS  ·  β_d BY HOUR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시간대별 β_d — 출근 vs 야간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출근시간 = 장거리 통근 ↑ → β_d 절대값 ↓ (덜 가파름)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6583680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2624328"/>
            <a:ext cx="59984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BANDS  ·  TYPICAL β_d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272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1272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31272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β_d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127248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INTERPRETATION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3483864"/>
            <a:ext cx="5998464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353872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전체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353872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0–23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53872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−0.20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538728"/>
            <a:ext cx="23408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baseline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4078224"/>
            <a:ext cx="5998464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413308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출근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413308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7–9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413308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−0.15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133088"/>
            <a:ext cx="23408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장거리 통근 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4672584"/>
            <a:ext cx="5998464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472744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주간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408" y="472744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10–16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472744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−0.22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727448"/>
            <a:ext cx="23408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general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266944"/>
            <a:ext cx="5998464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32180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퇴근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1408" y="532180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17–19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8" y="532180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−0.16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321808"/>
            <a:ext cx="23408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장거리 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5843016"/>
            <a:ext cx="5998464" cy="56692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1248" y="591616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야간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408" y="591616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AFAFAF"/>
                </a:solidFill>
                <a:latin typeface="Cascadia Code"/>
                <a:ea typeface="Cascadia Code"/>
              </a:rPr>
              <a:t>22–5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8688" y="591616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−0.30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5916168"/>
            <a:ext cx="23408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단거리 dominate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06640" y="2331720"/>
            <a:ext cx="4236415" cy="4297680"/>
          </a:xfrm>
          <a:prstGeom prst="roundRect">
            <a:avLst>
              <a:gd name="adj" fmla="val 7770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680960" y="2423160"/>
            <a:ext cx="368777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fit_band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80960" y="2642616"/>
            <a:ext cx="3687775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680960" y="2734056"/>
            <a:ext cx="3687775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def fit_band(od_sub):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od_a = (od_sub.groupby(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 ['O_ADMDONG_CD','D_ADMDONG_CD'],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 as_index=False)['CNT'].sum())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od_a['i'] = od_a['O_ADMDONG_CD'].map(adm_idx)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od_a['j'] = od_a['D_ADMDONG_CD'].map(adm_idx)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od_a = od_a.dropna(subset=['i','j'])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T = np.zeros((n, n))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T[od_a['i'].astype(int).values,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od_a['j'].astype(int).values] = od_a['CNT'].values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P_t = T.sum(1); A_t = T.sum(0)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fl = pd.DataFrame({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'T':     T[mask],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'log_P': np.log(P_t[i_idx[mask]]+1),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'log_A': np.log(A_t[j_idx[mask]]+1),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'd':     dist_km[mask]})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glm_t = sm.GLM(fl['T'],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 sm.add_constant(fl[['log_P','log_A','d']]),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 family=sm.families.Poisson()).fit()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return glm_t.params['d']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OUTPUT  ·  od_matrix_v1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od_matrix_v1.parquet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long format 으로 변환  ·  T_obs=0 &amp; 작은 T_pred 는 제외해 파일 크기 절약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save od_matrix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ii, jj = np.indices((n, n))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flat_out = pd.DataFrame({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'adm_O_haengan': g['adm_cd_haengan'].values[ii.flatten()],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'adm_D_haengan': g['adm_cd_haengan'].values[jj.flatten()],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'adm_O_nm':      g['adm_nm'].values[ii.flatten()],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'adm_D_nm':      g['adm_nm'].values[jj.flatten()],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'T_obs':         T_obs.flatten(),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'T_pred':        T_pred.flatten(),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'distance_km':   dist_km.flatten(),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})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flat_out['residual'] = flat_out['T_obs'] - flat_out['T_pred']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둘 다 작은 cell 은 drop — 파일 크기 절약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flat_out = flat_out[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(flat_out['T_obs'] &gt; 0) | (flat_out['T_pred'] &gt; 0.5)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].reset_index(drop=True)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print(f'OD pairs : {len(flat_out):,}')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od_path = os.path.join(OUT_DIR, 'od_matrix_v1.parquet')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flat_out.to_parquet(od_path)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print(f'saved : {od_path}')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od_matrix_v1.parquet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880360"/>
            <a:ext cx="22613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OD pairs
(sparse, drop 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82219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adm_O_haengan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20272" y="3822192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출발 admdong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415137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adm_D_haengan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4151376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도착 admdong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4805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T_obs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20272" y="4480560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관측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480974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T_pred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0272" y="4809744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예측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513892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distance_km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20272" y="5138928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54681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residual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20272" y="5468112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obs − pred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SUMMARY  ·  COURSE WRAP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4 · OD 추정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정리 — Lecture 4  +  강좌 마무리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Gravity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T ∝ P · A · f(c)
사람·사람·거리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99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05267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267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Poisson GLM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count likelihood
log link · 1줄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9558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60726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IPF / Furness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row · col 반복
6–10 iter 수렴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017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6185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185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검증 4종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185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정량 + TLD
+ flow + intrazonal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0476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771644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1644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시간대 β_d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1644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출근 ↓  ·  야간 ↑
행동 일관성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11094415" cy="1554480"/>
          </a:xfrm>
          <a:prstGeom prst="roundRect">
            <a:avLst>
              <a:gd name="adj" fmla="val 247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52120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DONE  ·  COURSE MAIN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stock + 도로·토지이용 + 관측 OD 로 4단계 1·2 baseline 을 fit 하고 검증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1295" y="52806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91295" y="52806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A1 부록 → 뷰어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